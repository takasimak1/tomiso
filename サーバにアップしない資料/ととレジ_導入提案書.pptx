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548640"/>
            <a:ext cx="2011680" cy="2011680"/>
          </a:xfrm>
          <a:prstGeom prst="ellipse">
            <a:avLst/>
          </a:prstGeom>
          <a:solidFill>
            <a:srgbClr val="17A589">
              <a:alpha val="2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097280"/>
            <a:ext cx="1280160" cy="1280160"/>
          </a:xfrm>
          <a:prstGeom prst="ellipse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ととレジ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導入のご提案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572000" cy="5029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BF5F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富惣「魚道楽」店舗　売上登録システム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CE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株式会社 富惣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ととレジとは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97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システム概要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384048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ととレジは、富惣「魚道楽」店舗向けに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開発した Web 型売上登録システムです。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タブレット端末からリアルタイムで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売上データを登録・確認できます。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レシート発行・バーコード印刷まで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一括対応。ブラウザのみで動作します。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749808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005840"/>
            <a:ext cx="594360" cy="59436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8595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Web 対応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2618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ブラウザで動作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専用アプリ不要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075688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2331720"/>
            <a:ext cx="594360" cy="59436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1854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タブレット操作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25877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タッチ操作で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ミス防止設計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401568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3657600"/>
            <a:ext cx="594360" cy="59436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5112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レシート印刷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39136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Bluetooth 接続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バーコード自動生成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ハード構成（使用機器）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56032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タブレット端末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298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Android タブレット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645920"/>
            <a:ext cx="237744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37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OS：Android 10 以上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ブラウザ：StarWebPRNT Browser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推奨画面：10 インチ以上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560320" cy="43891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749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レシートプリンター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298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Star TSP143IV-UEWB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645920"/>
            <a:ext cx="237744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737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接続：Bluetooth / USB / LAN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0128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用紙幅：80mm（感熱ロール紙）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印字速度：最大 250mm/秒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749808"/>
            <a:ext cx="256032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749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ととレジ（Web アプリ）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18872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44768" y="1298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FileMaker Data API 連携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1645920"/>
            <a:ext cx="237744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737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動作：HTTPS Web サーバー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44768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対応：StarWebPRNT Browser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44768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DB：FileMaker Server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※ StarWebPRNT Browser は Star Micronics 提供の無償専用ブラウザアプリです。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主な機能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96012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9784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売上登録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" y="1581912"/>
            <a:ext cx="2286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9164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部門別にタップ登録。数量・値引き設定も対応。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77724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6012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14216" y="9784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レシート発行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1581912"/>
            <a:ext cx="2286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9164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登録完了と同時に Bluetooth プリンターへ自動印刷。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77724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96012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67144" y="9784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バーコード印刷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0488" y="1581912"/>
            <a:ext cx="2286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69164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部門別インストアコード（JAN-13）をレシートに印刷。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" y="306324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1288" y="30815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訂正機能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" y="3685032"/>
            <a:ext cx="2286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79476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当日の売上を一覧から選択して訂正・再登録が可能。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72968" y="288036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06324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014216" y="30815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売上確認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37560" y="3685032"/>
            <a:ext cx="2286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79476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当日の売上・部門別・時間帯別をリアルタイム確認。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25896" y="288036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0488" y="306324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67144" y="30815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本社管理機能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90488" y="3685032"/>
            <a:ext cx="2286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379476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全店成績・昨対比を本社からリアルタイム把握。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導入メリット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795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ペーパーレス・省スペース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179576"/>
            <a:ext cx="3337560" cy="402336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795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Before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手書き伝票・手集計作業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0" y="117957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00600" y="1179576"/>
            <a:ext cx="3977640" cy="402336"/>
          </a:xfrm>
          <a:prstGeom prst="rect">
            <a:avLst/>
          </a:prstGeom>
          <a:solidFill>
            <a:srgbClr val="E9F7E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9576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After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タブレット 1 台で登録から集計まで完結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502920" cy="50292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リアルタイム売上把握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167128"/>
            <a:ext cx="3337560" cy="402336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167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Before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売上集計は翌日以降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16712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A589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67128"/>
            <a:ext cx="3977640" cy="402336"/>
          </a:xfrm>
          <a:prstGeom prst="rect">
            <a:avLst/>
          </a:prstGeom>
          <a:solidFill>
            <a:srgbClr val="E9F7E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167128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After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当日の売上・昨対比を即時確認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502920" cy="5029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7706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ミス防止・作業効率化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1546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Before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レジ操作ミス・読み忘れ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F72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800600" y="3154680"/>
            <a:ext cx="3977640" cy="402336"/>
          </a:xfrm>
          <a:prstGeom prst="rect">
            <a:avLst/>
          </a:prstGeom>
          <a:solidFill>
            <a:srgbClr val="E9F7E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54680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After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確認画面・削除・全消去ボタンで誤操作防止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849624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7581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本社一元管理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0120" y="4142232"/>
            <a:ext cx="3337560" cy="402336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14223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Before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各店の報告を本社がとりまとめ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89120" y="41422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00600" y="4142232"/>
            <a:ext cx="3977640" cy="402336"/>
          </a:xfrm>
          <a:prstGeom prst="rect">
            <a:avLst/>
          </a:prstGeom>
          <a:solidFill>
            <a:srgbClr val="E9F7E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14223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589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After  </a:t>
            </a:r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全店成績・時間帯別を Web でリアルタイム共有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導入スケジュール（予定）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0976" y="2651760"/>
            <a:ext cx="658368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170432" cy="3657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事前準備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1847088"/>
            <a:ext cx="1243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6968" y="2532888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07792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・機器調達・設定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・接続確認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・担当者研修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1417320"/>
            <a:ext cx="1170432" cy="3657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4173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テスト導入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0944" y="1847088"/>
            <a:ext cx="1243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81528" y="2532888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907792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・試験稼働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・操作研修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・不具合対応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417320"/>
            <a:ext cx="1170432" cy="3657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4173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本格稼働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5504" y="1847088"/>
            <a:ext cx="1243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76088" y="2532888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907792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・全店展開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・運用開始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・サポート体制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1417320"/>
            <a:ext cx="1170432" cy="3657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4173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安定運用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70064" y="1847088"/>
            <a:ext cx="1243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○月以降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70648" y="2532888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907792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・定期メンテ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・機能追加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・報告体制確立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※ 導入時期・対象店舗は別途ご相談の上、決定いたします。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お問い合わせ窓口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029200" cy="5029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188720"/>
            <a:ext cx="67665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37160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会社名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97480" y="1417320"/>
            <a:ext cx="0" cy="329184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71600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株式会社 富惣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8653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部　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1911096"/>
            <a:ext cx="0" cy="329184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65376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○○部　○○グループ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3591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担　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97480" y="2404872"/>
            <a:ext cx="0" cy="329184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359152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○○○○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85292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97480" y="2898648"/>
            <a:ext cx="0" cy="329184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852928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072-○○○-○○○○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34670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E-mail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3392424"/>
            <a:ext cx="0" cy="329184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346704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○○○○@tomiso.co.jp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株式会社 富惣　魚道楽　システム事務局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ととレジ 導入のご提案</dc:title>
  <dc:subject>PptxGenJS Presentation</dc:subject>
  <dc:creator>PptxGenJS</dc:creator>
  <cp:lastModifiedBy>PptxGenJS</cp:lastModifiedBy>
  <cp:revision>1</cp:revision>
  <dcterms:created xsi:type="dcterms:W3CDTF">2026-06-04T03:31:38Z</dcterms:created>
  <dcterms:modified xsi:type="dcterms:W3CDTF">2026-06-04T03:31:38Z</dcterms:modified>
</cp:coreProperties>
</file>